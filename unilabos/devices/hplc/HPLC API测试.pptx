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655" y="0"/>
            <a:ext cx="679069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3885" y="1678305"/>
            <a:ext cx="1680210" cy="471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获取所有</a:t>
            </a:r>
            <a:r>
              <a:rPr lang="zh-CN" altLang="en-US"/>
              <a:t>项目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9860" y="205740"/>
            <a:ext cx="6812280" cy="6446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获取项目中的序列</a:t>
            </a:r>
            <a:r>
              <a:rPr lang="zh-CN" altLang="en-US"/>
              <a:t>方法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455" y="0"/>
            <a:ext cx="770509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获取项目中的</a:t>
            </a:r>
            <a:r>
              <a:rPr lang="zh-CN" altLang="en-US"/>
              <a:t>报告方法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获取项目中的</a:t>
            </a:r>
            <a:r>
              <a:rPr lang="zh-CN" altLang="en-US"/>
              <a:t>处理方法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095" y="864235"/>
            <a:ext cx="8328660" cy="4945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获取仪器</a:t>
            </a:r>
            <a:r>
              <a:rPr lang="zh-CN" altLang="en-US"/>
              <a:t>系统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需要设备</a:t>
            </a:r>
            <a:r>
              <a:rPr lang="zh-CN" altLang="en-US">
                <a:solidFill>
                  <a:srgbClr val="FF0000"/>
                </a:solidFill>
              </a:rPr>
              <a:t>在线才能获取到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095" y="693420"/>
            <a:ext cx="9288780" cy="5347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03885" y="1678305"/>
            <a:ext cx="2767330" cy="324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新建序列</a:t>
            </a:r>
            <a:r>
              <a:rPr lang="zh-CN" altLang="en-US"/>
              <a:t>方法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注：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每次新建序列方法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都要生成一个新的流程</a:t>
            </a:r>
            <a:r>
              <a:rPr lang="en-US" altLang="zh-CN">
                <a:solidFill>
                  <a:srgbClr val="FF0000"/>
                </a:solidFill>
              </a:rPr>
              <a:t>Id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procInstId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。</a:t>
            </a:r>
            <a:r>
              <a:rPr lang="zh-CN" altLang="en-US">
                <a:solidFill>
                  <a:srgbClr val="FF0000"/>
                </a:solidFill>
              </a:rPr>
              <a:t>后续运行序列、控制序列、查询序列状态都需要用同样的流程</a:t>
            </a:r>
            <a:r>
              <a:rPr lang="en-US" altLang="zh-CN">
                <a:solidFill>
                  <a:srgbClr val="FF0000"/>
                </a:solidFill>
              </a:rPr>
              <a:t>Id</a:t>
            </a:r>
            <a:r>
              <a:rPr lang="zh-CN" altLang="en-US">
                <a:solidFill>
                  <a:srgbClr val="FF0000"/>
                </a:solidFill>
              </a:rPr>
              <a:t>进行关联，否则后续</a:t>
            </a:r>
            <a:r>
              <a:rPr lang="zh-CN" altLang="en-US">
                <a:solidFill>
                  <a:srgbClr val="FF0000"/>
                </a:solidFill>
              </a:rPr>
              <a:t>操作会</a:t>
            </a:r>
            <a:r>
              <a:rPr lang="zh-CN" altLang="en-US">
                <a:solidFill>
                  <a:srgbClr val="FF0000"/>
                </a:solidFill>
              </a:rPr>
              <a:t>失败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8845" y="426720"/>
            <a:ext cx="8183880" cy="5875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运行序列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流程</a:t>
            </a:r>
            <a:r>
              <a:rPr lang="en-US" altLang="zh-CN">
                <a:solidFill>
                  <a:srgbClr val="FF0000"/>
                </a:solidFill>
              </a:rPr>
              <a:t>id</a:t>
            </a:r>
            <a:r>
              <a:rPr lang="zh-CN" altLang="en-US">
                <a:solidFill>
                  <a:srgbClr val="FF0000"/>
                </a:solidFill>
              </a:rPr>
              <a:t>必须与创建序列方法一致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6695" y="499110"/>
            <a:ext cx="8267700" cy="58597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9510" y="499110"/>
            <a:ext cx="8267700" cy="58597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序列控制</a:t>
            </a:r>
            <a:endParaRPr lang="zh-CN" altLang="en-US"/>
          </a:p>
          <a:p>
            <a:endParaRPr lang="zh-CN" altLang="en-US"/>
          </a:p>
          <a:p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155" y="321310"/>
            <a:ext cx="819912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获取序列</a:t>
            </a:r>
            <a:r>
              <a:rPr lang="zh-CN" altLang="en-US"/>
              <a:t>状态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流程</a:t>
            </a:r>
            <a:r>
              <a:rPr lang="en-US" altLang="zh-CN">
                <a:solidFill>
                  <a:srgbClr val="FF0000"/>
                </a:solidFill>
              </a:rPr>
              <a:t>id</a:t>
            </a:r>
            <a:r>
              <a:rPr lang="zh-CN" altLang="en-US">
                <a:solidFill>
                  <a:srgbClr val="FF0000"/>
                </a:solidFill>
              </a:rPr>
              <a:t>必须与创建序列方法一致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2715" y="304800"/>
            <a:ext cx="826008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230" y="2825115"/>
            <a:ext cx="8030845" cy="4413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3885" y="1678305"/>
            <a:ext cx="1680210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序列运行完成后，</a:t>
            </a:r>
            <a:r>
              <a:rPr lang="en-US" altLang="zh-CN">
                <a:solidFill>
                  <a:schemeClr val="tx1"/>
                </a:solidFill>
              </a:rPr>
              <a:t>D</a:t>
            </a:r>
            <a:r>
              <a:rPr lang="zh-CN" altLang="en-US">
                <a:solidFill>
                  <a:schemeClr val="tx1"/>
                </a:solidFill>
              </a:rPr>
              <a:t>盘能够生成报告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230" y="250825"/>
            <a:ext cx="6934200" cy="240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WPS 演示</Application>
  <PresentationFormat>宽屏</PresentationFormat>
  <Paragraphs>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Stanley</cp:lastModifiedBy>
  <cp:revision>13</cp:revision>
  <dcterms:created xsi:type="dcterms:W3CDTF">2023-08-09T12:44:00Z</dcterms:created>
  <dcterms:modified xsi:type="dcterms:W3CDTF">2026-05-28T09:24:53Z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DFAEF9CF1AA142FB85826F76AAE1C348_12</vt:lpwstr>
  </property>
</Properties>
</file>